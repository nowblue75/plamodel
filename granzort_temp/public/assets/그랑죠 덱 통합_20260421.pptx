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2f238a1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82f238a17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82f238a17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82f238a17_4_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82f238a17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82f238a17_4_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82f238a17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82f238a17_4_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82f238a17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82f238a17_4_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82f238a17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82f238a17_4_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82f238a17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82f238a17_4_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82f238a17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82f238a17_4_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82f238a17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82f238a17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82f238a17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82f238a17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2f238a17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82f238a17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82f238a17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82f238a17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82f238a17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82f238a17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82f238a17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82f238a17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82f238a17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82f238a17_2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82f238a17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82f238a17_2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82f238a17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82f238a17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82f238a17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82f238a17_2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4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5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6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21431"/>
            <a:ext cx="9144000" cy="5101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7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0" y="21431"/>
            <a:ext cx="9144000" cy="5104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8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0" y="21431"/>
            <a:ext cx="9144000" cy="5104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9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0" y="21431"/>
            <a:ext cx="9144000" cy="5104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0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0" y="21431"/>
            <a:ext cx="9144000" cy="5104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1"/>
          <p:cNvPicPr preferRelativeResize="0"/>
          <p:nvPr/>
        </p:nvPicPr>
        <p:blipFill rotWithShape="1">
          <a:blip r:embed="rId3">
            <a:alphaModFix/>
          </a:blip>
          <a:srcRect b="30" l="0" r="0" t="30"/>
          <a:stretch/>
        </p:blipFill>
        <p:spPr>
          <a:xfrm>
            <a:off x="0" y="21431"/>
            <a:ext cx="9144000" cy="5104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2"/>
          <p:cNvPicPr preferRelativeResize="0"/>
          <p:nvPr/>
        </p:nvPicPr>
        <p:blipFill rotWithShape="1">
          <a:blip r:embed="rId3">
            <a:alphaModFix/>
          </a:blip>
          <a:srcRect b="0" l="10" r="10" t="0"/>
          <a:stretch/>
        </p:blipFill>
        <p:spPr>
          <a:xfrm>
            <a:off x="0" y="21431"/>
            <a:ext cx="9144000" cy="5108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